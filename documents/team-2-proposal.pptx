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428998d9557fb8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428998d9557fb8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428998d9557fb8b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h428998d9557fb8b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428998d9557fb8b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428998d9557fb8b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428998d9557fb8b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428998d9557fb8b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Anthony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hyperlink" Target="https://www.highlineschools.org/departments/school-construction/2022-bond-projects/evergreen-high-schoo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resources.finalsite.net/images/v1728686203/highlineschoolsorg/hcersgnqmix5t5bv7eck/BAR_EvergreenHighSchoolReplacementProject-ApprovalofContractorCornerstoneGeneralContractors.pdf?utm_source=chatgpt.com" TargetMode="External"/><Relationship Id="rId4" Type="http://schemas.openxmlformats.org/officeDocument/2006/relationships/hyperlink" Target="https://www.westsideseattle.com/highline-times/2024/06/07/evergreen-high-school-construction-site-vandalized" TargetMode="External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INFO 492 - Team 2</a:t>
            </a:r>
            <a:endParaRPr sz="5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Thesis Proposal</a:t>
            </a:r>
            <a:endParaRPr sz="55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052425"/>
            <a:ext cx="8520600" cy="13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Anthony Faldetta, Cole Wieland,</a:t>
            </a:r>
            <a:endParaRPr sz="25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Crystal Doan Tran, Haohao Li</a:t>
            </a:r>
            <a:endParaRPr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248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are we?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246363"/>
            <a:ext cx="3416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Subcontractors!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Situation </a:t>
            </a:r>
            <a:r>
              <a:rPr lang="en"/>
              <a:t>Specific</a:t>
            </a:r>
            <a:r>
              <a:rPr lang="en"/>
              <a:t> Role: Concrete Flooring Contractors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2930" y="783612"/>
            <a:ext cx="4959394" cy="26036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942925" y="347117"/>
            <a:ext cx="4570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Evergreen High School	Seattle, WA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871225" y="3700026"/>
            <a:ext cx="47136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Completed: August 2025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Owner: Highline Public Schools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GC: Cornerstone General Contractors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Architect: Bassetti Architects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3872369" y="3370549"/>
            <a:ext cx="5068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hlinkClick r:id="rId4"/>
              </a:rPr>
              <a:t>https://www.highlineschools.org/departments/school-construction/2022-bond-projects/evergreen-high-school</a:t>
            </a:r>
            <a:endParaRPr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Situation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3750900" cy="3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Water damage due to vandalism on our construction site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Change Order No.1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Removal of concrete flooring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Restore affected areas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Recover lost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Assumptions Made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Increased amount of RFIs due to </a:t>
            </a:r>
            <a:r>
              <a:rPr lang="en"/>
              <a:t>construction</a:t>
            </a:r>
            <a:r>
              <a:rPr lang="en"/>
              <a:t> plan changes and damages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4914992" y="4778250"/>
            <a:ext cx="3953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4"/>
              </a:rPr>
              <a:t>https://www.westsideseattle.com/highline-times/2024/06/07/evergreen-high-school-construction-site-vandalized</a:t>
            </a:r>
            <a:endParaRPr sz="900"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7150" y="133821"/>
            <a:ext cx="3839976" cy="470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Thesis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Background / Problem：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Important construction information is often scattered across meeting notes, daily reports, and schedules, making communication and coordination difficult.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>
                <a:solidFill>
                  <a:schemeClr val="accent2"/>
                </a:solidFill>
              </a:rPr>
              <a:t>Thesis：</a:t>
            </a:r>
            <a:endParaRPr b="1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</a:rPr>
              <a:t>AI-assisted documentation and information retrieval can improve communication, reduce unnecessary RFIs, and support better task coordination during unexpected construction disruptions.</a:t>
            </a:r>
            <a:endParaRPr b="1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Better Communication · Fewer Unnecessary RFIs · Improved Task Coordination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27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our thesis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375100" cy="36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Demo #1 </a:t>
            </a:r>
            <a:r>
              <a:rPr b="1" lang="en" sz="1400"/>
              <a:t>Assisted Meeting Documentation</a:t>
            </a:r>
            <a:r>
              <a:rPr lang="en" sz="1400"/>
              <a:t>: Test whether AI can improve information sharing between subcontractors and general contractors by automatically documenting construction meetings.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Demo #2 </a:t>
            </a:r>
            <a:r>
              <a:rPr b="1" lang="en" sz="1400"/>
              <a:t>Assisted Daily Report Analysis: </a:t>
            </a:r>
            <a:r>
              <a:rPr lang="en" sz="1400"/>
              <a:t>Determine whether AI can identify important construction updates and potential communication problems by analyzing daily reports.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Demo #3 </a:t>
            </a:r>
            <a:r>
              <a:rPr b="1" lang="en" sz="1400"/>
              <a:t>RFI Reduction: </a:t>
            </a:r>
            <a:r>
              <a:rPr lang="en" sz="1400"/>
              <a:t>Test whether AI can reduce unnecessary RFIs by helping subcontractors find information already available in existing project documentation.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Demo #4 </a:t>
            </a:r>
            <a:r>
              <a:rPr b="1" lang="en" sz="1400"/>
              <a:t>Accelerated Schedule + Task Coordination</a:t>
            </a:r>
            <a:r>
              <a:rPr lang="en" sz="1400"/>
              <a:t>: Evaluate whether AI can improve coordination between construction teams when unexpected disruptions require changes to project schedules.</a:t>
            </a: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3242550" y="500525"/>
            <a:ext cx="433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(Using generated synthetic data)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